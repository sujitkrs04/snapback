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1658600" cy="6562725" type="screen4x3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  <p:embeddedFont>
      <p:font typeface="Plus Jakarta Sans 400"/>
      <p:regular r:id="rId18"/>
      <p:italic r:id="rId19"/>
    </p:embeddedFont>
    <p:embeddedFont>
      <p:font typeface="Plus Jakarta Sans 500"/>
      <p:regular r:id="rId20"/>
      <p:italic r:id="rId21"/>
    </p:embeddedFont>
    <p:embeddedFont>
      <p:font typeface="Plus Jakarta Sans 600"/>
      <p:regular r:id="rId22"/>
      <p: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363" r="363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363" r="363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363" r="363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363" r="363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363" r="363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363" r="363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1658600" cy="65627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tIns="0" rIns="0" bIns="0" lIns="0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rcRect l="363" r="363"/>
          <a:stretch>
            <a:fillRect/>
          </a:stretch>
        </p:blipFill>
        <p:spPr>
          <a:xfrm>
            <a:off x="0" y="0"/>
            <a:ext cx="11658600" cy="6562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